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AI-Guided Vision System: From Object Detection to Pose Estimation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M.Tech Dissertation — Minor &amp; Major Project</a:t>
            </a:r>
          </a:p>
          <a:p>
            <a:r>
              <a:t>Candidate: [Your Name]</a:t>
            </a:r>
          </a:p>
          <a:p>
            <a:r>
              <a:t>Year: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rPr dirty="0"/>
              <a:t>To build an AI-guided intelligent system capable of perceiving and interacting with real-world environments using visual inputs.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Example Application: Autonomous Forklift System — capable of detecting, localizing, and manipulating objects safely and efficiently in warehouse settings.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Long-Term Vision: General-purpose perception-to-action framework adaptable to any robotic or industrial automation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1. Develop a deep learning-based perception module for real-time object detection and 6DoF pose estimation.</a:t>
            </a:r>
          </a:p>
          <a:p>
            <a:pPr>
              <a:defRPr sz="1800">
                <a:latin typeface="Calibri"/>
              </a:defRPr>
            </a:pPr>
            <a:r>
              <a:t>2. Evaluate and enhance system robustness under variable conditions (lighting, noise, occlusion).</a:t>
            </a:r>
          </a:p>
          <a:p>
            <a:pPr>
              <a:defRPr sz="1800">
                <a:latin typeface="Calibri"/>
              </a:defRPr>
            </a:pPr>
            <a:r>
              <a:t>3. Use simulation-to-real strategies to minimize data collection and improve model adaptability.</a:t>
            </a:r>
          </a:p>
          <a:p>
            <a:pPr>
              <a:defRPr sz="1800">
                <a:latin typeface="Calibri"/>
              </a:defRPr>
            </a:pPr>
            <a:r>
              <a:t>4. Benchmark performance of various model architectures (YOLO, DETR, ViT, etc.) on real-time tasks.</a:t>
            </a:r>
          </a:p>
          <a:p>
            <a:pPr>
              <a:defRPr sz="1800">
                <a:latin typeface="Calibri"/>
              </a:defRPr>
            </a:pPr>
            <a:r>
              <a:t>5. Prepare groundwork for end-to-end perception → control pipeline for robotic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Dissertation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**Minor Project (Part 1):**</a:t>
            </a:r>
          </a:p>
          <a:p>
            <a:pPr>
              <a:defRPr sz="1800">
                <a:latin typeface="Calibri"/>
              </a:defRPr>
            </a:pPr>
            <a:r>
              <a:t>- Focus: Literature Study &amp; Prototype Implementation</a:t>
            </a:r>
          </a:p>
          <a:p>
            <a:pPr>
              <a:defRPr sz="1800">
                <a:latin typeface="Calibri"/>
              </a:defRPr>
            </a:pPr>
            <a:r>
              <a:t>- Key Areas: Object Detection, Pose Estimation</a:t>
            </a:r>
          </a:p>
          <a:p>
            <a:pPr>
              <a:defRPr sz="1800">
                <a:latin typeface="Calibri"/>
              </a:defRPr>
            </a:pPr>
            <a:r>
              <a:t>- Milestone: Working detection + basic 6DoF pose module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**Major Project (Part 2):**</a:t>
            </a:r>
          </a:p>
          <a:p>
            <a:pPr>
              <a:defRPr sz="1800">
                <a:latin typeface="Calibri"/>
              </a:defRPr>
            </a:pPr>
            <a:r>
              <a:t>- Focus: Full AI-Guided Visual System</a:t>
            </a:r>
          </a:p>
          <a:p>
            <a:pPr>
              <a:defRPr sz="1800">
                <a:latin typeface="Calibri"/>
              </a:defRPr>
            </a:pPr>
            <a:r>
              <a:t>- Includes domain randomization, robust vision, and control strategies</a:t>
            </a:r>
          </a:p>
          <a:p>
            <a:pPr>
              <a:defRPr sz="1800">
                <a:latin typeface="Calibri"/>
              </a:defRPr>
            </a:pPr>
            <a:r>
              <a:t>- Application Example: Autonomous Forklift or similar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Study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Extensive literature review conducted from 2022–2025 focusing on image-based perception, robust detection, sim-to-real adaptation, and grasping strategies.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Selected works include:</a:t>
            </a:r>
          </a:p>
          <a:p>
            <a:pPr>
              <a:defRPr sz="1800">
                <a:latin typeface="Calibri"/>
              </a:defRPr>
            </a:pPr>
            <a:r>
              <a:t>- WACV, CVPR, MDPI Sensors, ICRA, Robotics Journals</a:t>
            </a:r>
          </a:p>
          <a:p>
            <a:pPr>
              <a:defRPr sz="1800">
                <a:latin typeface="Calibri"/>
              </a:defRPr>
            </a:pPr>
            <a:r>
              <a:t>- Topics: Object detection, 6DoF pose estimation, domain randomization, robustness to distortion/weather, synthetic pretraining, and SLAM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1: Open-Set Object Detection by Aligning Known Class Representations (WACV 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Object detectors fail on unseen categories, causing unsafe predictions.</a:t>
            </a:r>
          </a:p>
          <a:p>
            <a:pPr>
              <a:defRPr sz="1800">
                <a:latin typeface="Calibri"/>
              </a:defRPr>
            </a:pPr>
            <a:r>
              <a:t>Survey: Open-set detection aims to separate known vs unknown objects.</a:t>
            </a:r>
          </a:p>
          <a:p>
            <a:pPr>
              <a:defRPr sz="1800">
                <a:latin typeface="Calibri"/>
              </a:defRPr>
            </a:pPr>
            <a:r>
              <a:t>Gap: Existing models overfit to known distributions.</a:t>
            </a:r>
          </a:p>
          <a:p>
            <a:pPr>
              <a:defRPr sz="1800">
                <a:latin typeface="Calibri"/>
              </a:defRPr>
            </a:pPr>
            <a:r>
              <a:t>Proposed Work: Align class representations to detect and flag novel objects reliably, improving safety in real-world vision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2: Defending Object Detection Models Against Image Distortions (WACV 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Image noise, blur, and weather reduce detection accuracy.</a:t>
            </a:r>
          </a:p>
          <a:p>
            <a:pPr>
              <a:defRPr sz="1800">
                <a:latin typeface="Calibri"/>
              </a:defRPr>
            </a:pPr>
            <a:r>
              <a:t>Survey: Prior methods rely on synthetic augmentation or retraining.</a:t>
            </a:r>
          </a:p>
          <a:p>
            <a:pPr>
              <a:defRPr sz="1800">
                <a:latin typeface="Calibri"/>
              </a:defRPr>
            </a:pPr>
            <a:r>
              <a:t>Gap: No unified strategy for all distortions.</a:t>
            </a:r>
          </a:p>
          <a:p>
            <a:pPr>
              <a:defRPr sz="1800">
                <a:latin typeface="Calibri"/>
              </a:defRPr>
            </a:pPr>
            <a:r>
              <a:t>Proposed Work: Introduces robust augmentation framework improving detector resilience without retraining on each distortion type.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3: Label-Free Synthetic Pretraining (SOLID, WACV 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Deep detectors require large annotated datasets.</a:t>
            </a:r>
          </a:p>
          <a:p>
            <a:pPr>
              <a:defRPr sz="1800">
                <a:latin typeface="Calibri"/>
              </a:defRPr>
            </a:pPr>
            <a:r>
              <a:t>Survey: Synthetic data often fails to generalize due to domain gap.</a:t>
            </a:r>
          </a:p>
          <a:p>
            <a:pPr>
              <a:defRPr sz="1800">
                <a:latin typeface="Calibri"/>
              </a:defRPr>
            </a:pPr>
            <a:r>
              <a:t>Gap: Manual labeling and poor synthetic realism.</a:t>
            </a:r>
          </a:p>
          <a:p>
            <a:pPr>
              <a:defRPr sz="1800">
                <a:latin typeface="Calibri"/>
              </a:defRPr>
            </a:pPr>
            <a:r>
              <a:t>Proposed Work: Uses 3D model renderings and unsupervised learning to pretrain object detectors effectively, reducing data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4: Robust Object Detection in Challenging Weather Conditions (WACV 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Weather-induced distortions degrade model reliability.</a:t>
            </a:r>
          </a:p>
          <a:p>
            <a:pPr>
              <a:defRPr sz="1800">
                <a:latin typeface="Calibri"/>
              </a:defRPr>
            </a:pPr>
            <a:r>
              <a:t>Survey: Few datasets represent extreme conditions.</a:t>
            </a:r>
          </a:p>
          <a:p>
            <a:pPr>
              <a:defRPr sz="1800">
                <a:latin typeface="Calibri"/>
              </a:defRPr>
            </a:pPr>
            <a:r>
              <a:t>Gap: Lack of standard benchmarks for multi-weather detection.</a:t>
            </a:r>
          </a:p>
          <a:p>
            <a:pPr>
              <a:defRPr sz="1800">
                <a:latin typeface="Calibri"/>
              </a:defRPr>
            </a:pPr>
            <a:r>
              <a:t>Proposed Work: Compares synthetic vs real augmentation and introduces a weather-robust training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5: A Survey of 6DoF Object Pose Estimation (Sensors 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Estimating 6D object pose under occlusion and noise.</a:t>
            </a:r>
          </a:p>
          <a:p>
            <a:pPr>
              <a:defRPr sz="1800">
                <a:latin typeface="Calibri"/>
              </a:defRPr>
            </a:pPr>
            <a:r>
              <a:t>Survey: Classical (PnP) and learning-based pose methods reviewed.</a:t>
            </a:r>
          </a:p>
          <a:p>
            <a:pPr>
              <a:defRPr sz="1800">
                <a:latin typeface="Calibri"/>
              </a:defRPr>
            </a:pPr>
            <a:r>
              <a:t>Gap: Limited generalization to unseen shapes.</a:t>
            </a:r>
          </a:p>
          <a:p>
            <a:pPr>
              <a:defRPr sz="1800">
                <a:latin typeface="Calibri"/>
              </a:defRPr>
            </a:pPr>
            <a:r>
              <a:t>Proposed Work: Comprehensive survey identifying promising hybrid approaches combining learning and geometry.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6: Robotic Grasping of Unknown Objects Based on Deep Learning (Sensors 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Grasping objects of unknown shape from visual cues.</a:t>
            </a:r>
          </a:p>
          <a:p>
            <a:pPr>
              <a:defRPr sz="1800">
                <a:latin typeface="Calibri"/>
              </a:defRPr>
            </a:pPr>
            <a:r>
              <a:t>Survey: Deep models extract grasp points but rely on known datasets.</a:t>
            </a:r>
          </a:p>
          <a:p>
            <a:pPr>
              <a:defRPr sz="1800">
                <a:latin typeface="Calibri"/>
              </a:defRPr>
            </a:pPr>
            <a:r>
              <a:t>Gap: Lack of robust generalization to unseen geometries.</a:t>
            </a:r>
          </a:p>
          <a:p>
            <a:pPr>
              <a:defRPr sz="1800">
                <a:latin typeface="Calibri"/>
              </a:defRPr>
            </a:pPr>
            <a:r>
              <a:t>Proposed Work: Uses deep CNNs to infer grasp points from partial views.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7: Two-Stage Grasp Detection for Stacking Scenarios (MBE 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Handling stacked objects for pick-and-place.</a:t>
            </a:r>
          </a:p>
          <a:p>
            <a:pPr>
              <a:defRPr sz="1800">
                <a:latin typeface="Calibri"/>
              </a:defRPr>
            </a:pPr>
            <a:r>
              <a:t>Survey: Traditional grasping fails with partial occlusions.</a:t>
            </a:r>
          </a:p>
          <a:p>
            <a:pPr>
              <a:defRPr sz="1800">
                <a:latin typeface="Calibri"/>
              </a:defRPr>
            </a:pPr>
            <a:r>
              <a:t>Gap: Inability to distinguish layers in stacked scenarios.</a:t>
            </a:r>
          </a:p>
          <a:p>
            <a:pPr>
              <a:defRPr sz="1800">
                <a:latin typeface="Calibri"/>
              </a:defRPr>
            </a:pPr>
            <a:r>
              <a:t>Proposed Work: Two-stage detection pipeline to isolate and grasp stacked objects reliably.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8: Visual SLAM Review (2024)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Visual SLAM critical for robot localization.</a:t>
            </a:r>
          </a:p>
          <a:p>
            <a:pPr>
              <a:defRPr sz="1800">
                <a:latin typeface="Calibri"/>
              </a:defRPr>
            </a:pPr>
            <a:r>
              <a:t>Survey: ORB-SLAM, RTAB-Map, Cartographer methods.</a:t>
            </a:r>
          </a:p>
          <a:p>
            <a:pPr>
              <a:defRPr sz="1800">
                <a:latin typeface="Calibri"/>
              </a:defRPr>
            </a:pPr>
            <a:r>
              <a:t>Gap: Need for hybrid systems integrating LiDAR and vision.</a:t>
            </a:r>
          </a:p>
          <a:p>
            <a:pPr>
              <a:defRPr sz="1800">
                <a:latin typeface="Calibri"/>
              </a:defRPr>
            </a:pPr>
            <a:r>
              <a:t>Proposed Work: Survey and evaluate visual–LiDAR fusion pipelines for robust localization.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9: Revisiting Token Pruning for Object Detection (WACV 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Transformer-based models are computationally heavy.</a:t>
            </a:r>
          </a:p>
          <a:p>
            <a:pPr>
              <a:defRPr sz="1800">
                <a:latin typeface="Calibri"/>
              </a:defRPr>
            </a:pPr>
            <a:r>
              <a:t>Survey: Token pruning explored for image classification.</a:t>
            </a:r>
          </a:p>
          <a:p>
            <a:pPr>
              <a:defRPr sz="1800">
                <a:latin typeface="Calibri"/>
              </a:defRPr>
            </a:pPr>
            <a:r>
              <a:t>Gap: Limited exploration in detection tasks.</a:t>
            </a:r>
          </a:p>
          <a:p>
            <a:pPr>
              <a:defRPr sz="1800">
                <a:latin typeface="Calibri"/>
              </a:defRPr>
            </a:pPr>
            <a:r>
              <a:t>Proposed Work: Efficient token pruning retaining accuracy for edge/Jetson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10: Domain Randomization for Safe Reinforcement (Applied Sciences 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Sim-to-real gap in reinforcement policies.</a:t>
            </a:r>
          </a:p>
          <a:p>
            <a:pPr>
              <a:defRPr sz="1800">
                <a:latin typeface="Calibri"/>
              </a:defRPr>
            </a:pPr>
            <a:r>
              <a:t>Survey: Domain randomization reduces overfitting to sim environments.</a:t>
            </a:r>
          </a:p>
          <a:p>
            <a:pPr>
              <a:defRPr sz="1800">
                <a:latin typeface="Calibri"/>
              </a:defRPr>
            </a:pPr>
            <a:r>
              <a:t>Gap: Lack of structured safety control.</a:t>
            </a:r>
          </a:p>
          <a:p>
            <a:pPr>
              <a:defRPr sz="1800">
                <a:latin typeface="Calibri"/>
              </a:defRPr>
            </a:pPr>
            <a:r>
              <a:t>Proposed Work: Balanced randomization to improve worst-case policy robustness.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Identified Research Gaps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1. Need for real-world robustness under environmental distortions.</a:t>
            </a:r>
          </a:p>
          <a:p>
            <a:pPr>
              <a:defRPr sz="1800">
                <a:latin typeface="Calibri"/>
              </a:defRPr>
            </a:pPr>
            <a:r>
              <a:t>2. Limited adaptability to unseen object classes and geometries.</a:t>
            </a:r>
          </a:p>
          <a:p>
            <a:pPr>
              <a:defRPr sz="1800">
                <a:latin typeface="Calibri"/>
              </a:defRPr>
            </a:pPr>
            <a:r>
              <a:t>3. High dependency on large labeled datasets.</a:t>
            </a:r>
          </a:p>
          <a:p>
            <a:pPr>
              <a:defRPr sz="1800">
                <a:latin typeface="Calibri"/>
              </a:defRPr>
            </a:pPr>
            <a:r>
              <a:t>4. Sim-to-real transfer inefficiency due to poor domain modeling.</a:t>
            </a:r>
          </a:p>
          <a:p>
            <a:pPr>
              <a:defRPr sz="1800">
                <a:latin typeface="Calibri"/>
              </a:defRPr>
            </a:pPr>
            <a:r>
              <a:t>5. Computational cost for real-time embedded deployment.</a:t>
            </a:r>
          </a:p>
          <a:p>
            <a:pPr>
              <a:defRPr sz="1800">
                <a:latin typeface="Calibri"/>
              </a:defRPr>
            </a:pPr>
            <a:r>
              <a:t>6. Integration gap between detection, pose estimation, and actuation.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Research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Develop a **modular AI-guided perception framework** capable of detecting, localizing, and interacting with unknown objects under variable conditions.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Phase 1 (Minor): Object Detection + Pose Estimation (YOLOv8 + PoseNet/6D RepNet)</a:t>
            </a:r>
          </a:p>
          <a:p>
            <a:pPr>
              <a:defRPr sz="1800">
                <a:latin typeface="Calibri"/>
              </a:defRPr>
            </a:pPr>
            <a:r>
              <a:t>Phase 2 (Major): Integrate domain randomization, robust detection, and sim2real transfer for full perception→actuation loop.</a:t>
            </a:r>
          </a:p>
          <a:p>
            <a:pPr>
              <a:defRPr sz="1800">
                <a:latin typeface="Calibri"/>
              </a:defRPr>
            </a:pPr>
            <a:endParaRPr/>
          </a:p>
          <a:p>
            <a:pPr>
              <a:defRPr sz="1800">
                <a:latin typeface="Calibri"/>
              </a:defRPr>
            </a:pPr>
            <a:r>
              <a:t>Application Example: Vision-based Autonomous Forklift (for validation and experimentation).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Base Papers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rPr dirty="0"/>
              <a:t>1. Law &amp; Deng (2024) — Label-Free Synthetic Pretraining (SOLID)</a:t>
            </a:r>
          </a:p>
          <a:p>
            <a:pPr>
              <a:defRPr sz="1800">
                <a:latin typeface="Calibri"/>
              </a:defRPr>
            </a:pPr>
            <a:r>
              <a:rPr dirty="0"/>
              <a:t>2. Sarkar et al. (2024) — Open-Set Object Detection</a:t>
            </a:r>
          </a:p>
          <a:p>
            <a:pPr>
              <a:defRPr sz="1800">
                <a:latin typeface="Calibri"/>
              </a:defRPr>
            </a:pPr>
            <a:r>
              <a:rPr dirty="0"/>
              <a:t>3. Guan et al. (2024) — Survey of 6DoF Pose Estimation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These form the backbone for perception pipeline design — addressing data efficiency, open-set recognition, and accurate pose recovery.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1. Real-time embedded deployment (Jetson Xavier / Raspberry Pi AI kits).</a:t>
            </a:r>
          </a:p>
          <a:p>
            <a:pPr>
              <a:defRPr sz="1800">
                <a:latin typeface="Calibri"/>
              </a:defRPr>
            </a:pPr>
            <a:r>
              <a:t>2. Integration of multimodal sensors (LiDAR + RGBD + Vision).</a:t>
            </a:r>
          </a:p>
          <a:p>
            <a:pPr>
              <a:defRPr sz="1800">
                <a:latin typeface="Calibri"/>
              </a:defRPr>
            </a:pPr>
            <a:r>
              <a:t>3. On-device domain adaptation for unseen environments.</a:t>
            </a:r>
          </a:p>
          <a:p>
            <a:pPr>
              <a:defRPr sz="1800">
                <a:latin typeface="Calibri"/>
              </a:defRPr>
            </a:pPr>
            <a:r>
              <a:t>4. Unified perception-control framework using reinforcement learning.</a:t>
            </a:r>
          </a:p>
          <a:p>
            <a:pPr>
              <a:defRPr sz="1800">
                <a:latin typeface="Calibri"/>
              </a:defRPr>
            </a:pPr>
            <a:r>
              <a:t>5. Contribution of open-source annotated datasets for industry-scale benchmarking.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1159</Words>
  <Application>Microsoft Macintosh PowerPoint</Application>
  <PresentationFormat>On-screen Show (4:3)</PresentationFormat>
  <Paragraphs>108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AI-Guided Vision System: From Object Detection to Pose Estimation</vt:lpstr>
      <vt:lpstr>Ambition</vt:lpstr>
      <vt:lpstr>Objectives</vt:lpstr>
      <vt:lpstr>Dissertation Structure</vt:lpstr>
      <vt:lpstr>Literature Study Overview</vt:lpstr>
      <vt:lpstr>Paper 1: Open-Set Object Detection by Aligning Known Class Representations (WACV 2024)</vt:lpstr>
      <vt:lpstr>Paper 2: Defending Object Detection Models Against Image Distortions (WACV 2024)</vt:lpstr>
      <vt:lpstr>Paper 3: Label-Free Synthetic Pretraining (SOLID, WACV 2024)</vt:lpstr>
      <vt:lpstr>Paper 4: Robust Object Detection in Challenging Weather Conditions (WACV 2024)</vt:lpstr>
      <vt:lpstr>Paper 5: A Survey of 6DoF Object Pose Estimation (Sensors 2024)</vt:lpstr>
      <vt:lpstr>Paper 6: Robotic Grasping of Unknown Objects Based on Deep Learning (Sensors 2024)</vt:lpstr>
      <vt:lpstr>Paper 7: Two-Stage Grasp Detection for Stacking Scenarios (MBE 2024)</vt:lpstr>
      <vt:lpstr>Paper 8: Visual SLAM Review (2024)</vt:lpstr>
      <vt:lpstr>Paper 9: Revisiting Token Pruning for Object Detection (WACV 2024)</vt:lpstr>
      <vt:lpstr>Paper 10: Domain Randomization for Safe Reinforcement (Applied Sciences 2024)</vt:lpstr>
      <vt:lpstr>Identified Research Gaps Summary</vt:lpstr>
      <vt:lpstr>Proposed Research Direction</vt:lpstr>
      <vt:lpstr>Selected Base Papers</vt:lpstr>
      <vt:lpstr>Future Extensions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AI-Guided Vision System: From Object Detection to Pose Estimation</dc:title>
  <dc:subject/>
  <dc:creator/>
  <cp:keywords/>
  <dc:description>generated using python-pptx</dc:description>
  <cp:lastModifiedBy>Shivani Nagpal</cp:lastModifiedBy>
  <cp:revision>1</cp:revision>
  <dcterms:created xsi:type="dcterms:W3CDTF">2013-01-27T09:14:16Z</dcterms:created>
  <dcterms:modified xsi:type="dcterms:W3CDTF">2025-11-08T15:58:39Z</dcterms:modified>
  <cp:category/>
</cp:coreProperties>
</file>